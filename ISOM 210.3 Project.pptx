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D8BF"/>
    <a:srgbClr val="A6916B"/>
    <a:srgbClr val="BA20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5729F3-EE28-EAFC-F6C7-C29C8E9D2BB3}" v="268" dt="2025-11-07T15:45:23.9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pdegraff, Addison" userId="S::addison.updegraff@bsu.edu::d1b1dd71-0aba-4586-8747-2918023fdd07" providerId="AD" clId="Web-{AD5729F3-EE28-EAFC-F6C7-C29C8E9D2BB3}"/>
    <pc:docChg chg="addSld modSld addMainMaster delMainMaster">
      <pc:chgData name="Updegraff, Addison" userId="S::addison.updegraff@bsu.edu::d1b1dd71-0aba-4586-8747-2918023fdd07" providerId="AD" clId="Web-{AD5729F3-EE28-EAFC-F6C7-C29C8E9D2BB3}" dt="2025-11-07T15:45:23.975" v="267"/>
      <pc:docMkLst>
        <pc:docMk/>
      </pc:docMkLst>
      <pc:sldChg chg="addSp modSp mod setBg modClrScheme chgLayout">
        <pc:chgData name="Updegraff, Addison" userId="S::addison.updegraff@bsu.edu::d1b1dd71-0aba-4586-8747-2918023fdd07" providerId="AD" clId="Web-{AD5729F3-EE28-EAFC-F6C7-C29C8E9D2BB3}" dt="2025-11-05T15:44:51.322" v="129"/>
        <pc:sldMkLst>
          <pc:docMk/>
          <pc:sldMk cId="109857222" sldId="256"/>
        </pc:sldMkLst>
        <pc:spChg chg="mod">
          <ac:chgData name="Updegraff, Addison" userId="S::addison.updegraff@bsu.edu::d1b1dd71-0aba-4586-8747-2918023fdd07" providerId="AD" clId="Web-{AD5729F3-EE28-EAFC-F6C7-C29C8E9D2BB3}" dt="2025-11-05T15:44:05.977" v="127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Updegraff, Addison" userId="S::addison.updegraff@bsu.edu::d1b1dd71-0aba-4586-8747-2918023fdd07" providerId="AD" clId="Web-{AD5729F3-EE28-EAFC-F6C7-C29C8E9D2BB3}" dt="2025-11-05T15:43:39.586" v="124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Updegraff, Addison" userId="S::addison.updegraff@bsu.edu::d1b1dd71-0aba-4586-8747-2918023fdd07" providerId="AD" clId="Web-{AD5729F3-EE28-EAFC-F6C7-C29C8E9D2BB3}" dt="2025-11-05T15:43:39.586" v="124"/>
          <ac:spMkLst>
            <pc:docMk/>
            <pc:sldMk cId="109857222" sldId="256"/>
            <ac:spMk id="9" creationId="{33E93247-6229-44AB-A550-739E971E690B}"/>
          </ac:spMkLst>
        </pc:spChg>
        <pc:picChg chg="add mod">
          <ac:chgData name="Updegraff, Addison" userId="S::addison.updegraff@bsu.edu::d1b1dd71-0aba-4586-8747-2918023fdd07" providerId="AD" clId="Web-{AD5729F3-EE28-EAFC-F6C7-C29C8E9D2BB3}" dt="2025-11-05T15:43:39.586" v="124"/>
          <ac:picMkLst>
            <pc:docMk/>
            <pc:sldMk cId="109857222" sldId="256"/>
            <ac:picMk id="4" creationId="{20F4D95B-55C5-B524-A905-BD6B98900FD0}"/>
          </ac:picMkLst>
        </pc:picChg>
        <pc:cxnChg chg="add">
          <ac:chgData name="Updegraff, Addison" userId="S::addison.updegraff@bsu.edu::d1b1dd71-0aba-4586-8747-2918023fdd07" providerId="AD" clId="Web-{AD5729F3-EE28-EAFC-F6C7-C29C8E9D2BB3}" dt="2025-11-05T15:43:39.586" v="124"/>
          <ac:cxnSpMkLst>
            <pc:docMk/>
            <pc:sldMk cId="109857222" sldId="256"/>
            <ac:cxnSpMk id="11" creationId="{EE2E603F-4A95-4FE8-BB06-211DFD75DBEF}"/>
          </ac:cxnSpMkLst>
        </pc:cxnChg>
      </pc:sldChg>
      <pc:sldChg chg="addSp delSp modSp new mod setBg">
        <pc:chgData name="Updegraff, Addison" userId="S::addison.updegraff@bsu.edu::d1b1dd71-0aba-4586-8747-2918023fdd07" providerId="AD" clId="Web-{AD5729F3-EE28-EAFC-F6C7-C29C8E9D2BB3}" dt="2025-11-07T15:45:23.975" v="267"/>
        <pc:sldMkLst>
          <pc:docMk/>
          <pc:sldMk cId="4087825951" sldId="257"/>
        </pc:sldMkLst>
        <pc:spChg chg="mod">
          <ac:chgData name="Updegraff, Addison" userId="S::addison.updegraff@bsu.edu::d1b1dd71-0aba-4586-8747-2918023fdd07" providerId="AD" clId="Web-{AD5729F3-EE28-EAFC-F6C7-C29C8E9D2BB3}" dt="2025-11-07T15:44:39.957" v="261" actId="20577"/>
          <ac:spMkLst>
            <pc:docMk/>
            <pc:sldMk cId="4087825951" sldId="257"/>
            <ac:spMk id="2" creationId="{7BCAD254-2E07-8258-1E8E-BF093E8FADF5}"/>
          </ac:spMkLst>
        </pc:spChg>
        <pc:spChg chg="del mod">
          <ac:chgData name="Updegraff, Addison" userId="S::addison.updegraff@bsu.edu::d1b1dd71-0aba-4586-8747-2918023fdd07" providerId="AD" clId="Web-{AD5729F3-EE28-EAFC-F6C7-C29C8E9D2BB3}" dt="2025-11-07T15:42:46.447" v="243"/>
          <ac:spMkLst>
            <pc:docMk/>
            <pc:sldMk cId="4087825951" sldId="257"/>
            <ac:spMk id="3" creationId="{F6EEB9FF-14AF-AD25-214D-BA1DDA15931B}"/>
          </ac:spMkLst>
        </pc:spChg>
        <pc:spChg chg="add mod">
          <ac:chgData name="Updegraff, Addison" userId="S::addison.updegraff@bsu.edu::d1b1dd71-0aba-4586-8747-2918023fdd07" providerId="AD" clId="Web-{AD5729F3-EE28-EAFC-F6C7-C29C8E9D2BB3}" dt="2025-11-07T15:44:13.377" v="256" actId="1076"/>
          <ac:spMkLst>
            <pc:docMk/>
            <pc:sldMk cId="4087825951" sldId="257"/>
            <ac:spMk id="4" creationId="{AF06C373-701E-5F93-E98D-4C3AA76C9A44}"/>
          </ac:spMkLst>
        </pc:spChg>
        <pc:spChg chg="add mod">
          <ac:chgData name="Updegraff, Addison" userId="S::addison.updegraff@bsu.edu::d1b1dd71-0aba-4586-8747-2918023fdd07" providerId="AD" clId="Web-{AD5729F3-EE28-EAFC-F6C7-C29C8E9D2BB3}" dt="2025-11-07T15:44:08.002" v="254" actId="1076"/>
          <ac:spMkLst>
            <pc:docMk/>
            <pc:sldMk cId="4087825951" sldId="257"/>
            <ac:spMk id="5" creationId="{F545DF9D-5C82-0942-2799-B81B14B5B2D0}"/>
          </ac:spMkLst>
        </pc:spChg>
        <pc:spChg chg="add mod">
          <ac:chgData name="Updegraff, Addison" userId="S::addison.updegraff@bsu.edu::d1b1dd71-0aba-4586-8747-2918023fdd07" providerId="AD" clId="Web-{AD5729F3-EE28-EAFC-F6C7-C29C8E9D2BB3}" dt="2025-11-07T15:44:04.095" v="253" actId="1076"/>
          <ac:spMkLst>
            <pc:docMk/>
            <pc:sldMk cId="4087825951" sldId="257"/>
            <ac:spMk id="6" creationId="{A1351CBA-1A74-213D-2D63-530C6C59016E}"/>
          </ac:spMkLst>
        </pc:spChg>
        <pc:spChg chg="add mod">
          <ac:chgData name="Updegraff, Addison" userId="S::addison.updegraff@bsu.edu::d1b1dd71-0aba-4586-8747-2918023fdd07" providerId="AD" clId="Web-{AD5729F3-EE28-EAFC-F6C7-C29C8E9D2BB3}" dt="2025-11-07T15:44:10.346" v="255" actId="1076"/>
          <ac:spMkLst>
            <pc:docMk/>
            <pc:sldMk cId="4087825951" sldId="257"/>
            <ac:spMk id="7" creationId="{2D72750B-FC4B-4524-48A5-76C8D35E41D4}"/>
          </ac:spMkLst>
        </pc:spChg>
        <pc:spChg chg="add">
          <ac:chgData name="Updegraff, Addison" userId="S::addison.updegraff@bsu.edu::d1b1dd71-0aba-4586-8747-2918023fdd07" providerId="AD" clId="Web-{AD5729F3-EE28-EAFC-F6C7-C29C8E9D2BB3}" dt="2025-11-07T15:31:47.351" v="149"/>
          <ac:spMkLst>
            <pc:docMk/>
            <pc:sldMk cId="4087825951" sldId="257"/>
            <ac:spMk id="8" creationId="{EEF92585-7A99-6108-9663-8C59032742EC}"/>
          </ac:spMkLst>
        </pc:spChg>
        <pc:spChg chg="add mod">
          <ac:chgData name="Updegraff, Addison" userId="S::addison.updegraff@bsu.edu::d1b1dd71-0aba-4586-8747-2918023fdd07" providerId="AD" clId="Web-{AD5729F3-EE28-EAFC-F6C7-C29C8E9D2BB3}" dt="2025-11-07T15:43:43.328" v="250" actId="1076"/>
          <ac:spMkLst>
            <pc:docMk/>
            <pc:sldMk cId="4087825951" sldId="257"/>
            <ac:spMk id="9" creationId="{FD7DA053-C329-12F3-4970-BE18230906C0}"/>
          </ac:spMkLst>
        </pc:spChg>
        <pc:spChg chg="add mod">
          <ac:chgData name="Updegraff, Addison" userId="S::addison.updegraff@bsu.edu::d1b1dd71-0aba-4586-8747-2918023fdd07" providerId="AD" clId="Web-{AD5729F3-EE28-EAFC-F6C7-C29C8E9D2BB3}" dt="2025-11-07T15:43:46.125" v="251" actId="1076"/>
          <ac:spMkLst>
            <pc:docMk/>
            <pc:sldMk cId="4087825951" sldId="257"/>
            <ac:spMk id="11" creationId="{DE156048-4814-365C-52E7-2887479A840A}"/>
          </ac:spMkLst>
        </pc:spChg>
        <pc:spChg chg="add mod">
          <ac:chgData name="Updegraff, Addison" userId="S::addison.updegraff@bsu.edu::d1b1dd71-0aba-4586-8747-2918023fdd07" providerId="AD" clId="Web-{AD5729F3-EE28-EAFC-F6C7-C29C8E9D2BB3}" dt="2025-11-07T15:43:59.923" v="252" actId="1076"/>
          <ac:spMkLst>
            <pc:docMk/>
            <pc:sldMk cId="4087825951" sldId="257"/>
            <ac:spMk id="12" creationId="{D2C4545D-2B14-1CB5-6DCD-1D2C14864334}"/>
          </ac:spMkLst>
        </pc:spChg>
        <pc:spChg chg="add mod">
          <ac:chgData name="Updegraff, Addison" userId="S::addison.updegraff@bsu.edu::d1b1dd71-0aba-4586-8747-2918023fdd07" providerId="AD" clId="Web-{AD5729F3-EE28-EAFC-F6C7-C29C8E9D2BB3}" dt="2025-11-07T15:44:18.143" v="257" actId="1076"/>
          <ac:spMkLst>
            <pc:docMk/>
            <pc:sldMk cId="4087825951" sldId="257"/>
            <ac:spMk id="13" creationId="{48EC752A-4913-0242-5857-F728FF1FECB7}"/>
          </ac:spMkLst>
        </pc:spChg>
        <pc:spChg chg="add mod">
          <ac:chgData name="Updegraff, Addison" userId="S::addison.updegraff@bsu.edu::d1b1dd71-0aba-4586-8747-2918023fdd07" providerId="AD" clId="Web-{AD5729F3-EE28-EAFC-F6C7-C29C8E9D2BB3}" dt="2025-11-07T15:44:21.206" v="258" actId="1076"/>
          <ac:spMkLst>
            <pc:docMk/>
            <pc:sldMk cId="4087825951" sldId="257"/>
            <ac:spMk id="14" creationId="{35D85D10-40EE-E8E3-9550-092E268A83F1}"/>
          </ac:spMkLst>
        </pc:spChg>
        <pc:spChg chg="add del mod">
          <ac:chgData name="Updegraff, Addison" userId="S::addison.updegraff@bsu.edu::d1b1dd71-0aba-4586-8747-2918023fdd07" providerId="AD" clId="Web-{AD5729F3-EE28-EAFC-F6C7-C29C8E9D2BB3}" dt="2025-11-07T15:45:23.975" v="267"/>
          <ac:spMkLst>
            <pc:docMk/>
            <pc:sldMk cId="4087825951" sldId="257"/>
            <ac:spMk id="15" creationId="{C7D6D711-DBA5-660F-3BB6-683A54DBF9E7}"/>
          </ac:spMkLst>
        </pc:spChg>
        <pc:cxnChg chg="add">
          <ac:chgData name="Updegraff, Addison" userId="S::addison.updegraff@bsu.edu::d1b1dd71-0aba-4586-8747-2918023fdd07" providerId="AD" clId="Web-{AD5729F3-EE28-EAFC-F6C7-C29C8E9D2BB3}" dt="2025-11-07T15:31:47.351" v="149"/>
          <ac:cxnSpMkLst>
            <pc:docMk/>
            <pc:sldMk cId="4087825951" sldId="257"/>
            <ac:cxnSpMk id="10" creationId="{78F0A063-5253-8DF5-3B7B-12FE096705F1}"/>
          </ac:cxnSpMkLst>
        </pc:cxnChg>
      </pc:sldChg>
      <pc:sldMasterChg chg="add addSldLayout">
        <pc:chgData name="Updegraff, Addison" userId="S::addison.updegraff@bsu.edu::d1b1dd71-0aba-4586-8747-2918023fdd07" providerId="AD" clId="Web-{AD5729F3-EE28-EAFC-F6C7-C29C8E9D2BB3}" dt="2025-11-05T15:43:39.586" v="124"/>
        <pc:sldMasterMkLst>
          <pc:docMk/>
          <pc:sldMasterMk cId="3912894459" sldId="2147483695"/>
        </pc:sldMasterMkLst>
        <pc:sldLayoutChg chg="add">
          <pc:chgData name="Updegraff, Addison" userId="S::addison.updegraff@bsu.edu::d1b1dd71-0aba-4586-8747-2918023fdd07" providerId="AD" clId="Web-{AD5729F3-EE28-EAFC-F6C7-C29C8E9D2BB3}" dt="2025-11-05T15:43:39.586" v="124"/>
          <pc:sldLayoutMkLst>
            <pc:docMk/>
            <pc:sldMasterMk cId="3912894459" sldId="2147483695"/>
            <pc:sldLayoutMk cId="1672788892" sldId="2147483684"/>
          </pc:sldLayoutMkLst>
        </pc:sldLayoutChg>
        <pc:sldLayoutChg chg="add">
          <pc:chgData name="Updegraff, Addison" userId="S::addison.updegraff@bsu.edu::d1b1dd71-0aba-4586-8747-2918023fdd07" providerId="AD" clId="Web-{AD5729F3-EE28-EAFC-F6C7-C29C8E9D2BB3}" dt="2025-11-05T15:43:39.586" v="124"/>
          <pc:sldLayoutMkLst>
            <pc:docMk/>
            <pc:sldMasterMk cId="3912894459" sldId="2147483695"/>
            <pc:sldLayoutMk cId="1418517255" sldId="2147483685"/>
          </pc:sldLayoutMkLst>
        </pc:sldLayoutChg>
        <pc:sldLayoutChg chg="add">
          <pc:chgData name="Updegraff, Addison" userId="S::addison.updegraff@bsu.edu::d1b1dd71-0aba-4586-8747-2918023fdd07" providerId="AD" clId="Web-{AD5729F3-EE28-EAFC-F6C7-C29C8E9D2BB3}" dt="2025-11-05T15:43:39.586" v="124"/>
          <pc:sldLayoutMkLst>
            <pc:docMk/>
            <pc:sldMasterMk cId="3912894459" sldId="2147483695"/>
            <pc:sldLayoutMk cId="1737056172" sldId="2147483686"/>
          </pc:sldLayoutMkLst>
        </pc:sldLayoutChg>
        <pc:sldLayoutChg chg="add">
          <pc:chgData name="Updegraff, Addison" userId="S::addison.updegraff@bsu.edu::d1b1dd71-0aba-4586-8747-2918023fdd07" providerId="AD" clId="Web-{AD5729F3-EE28-EAFC-F6C7-C29C8E9D2BB3}" dt="2025-11-05T15:43:39.586" v="124"/>
          <pc:sldLayoutMkLst>
            <pc:docMk/>
            <pc:sldMasterMk cId="3912894459" sldId="2147483695"/>
            <pc:sldLayoutMk cId="1509276769" sldId="2147483687"/>
          </pc:sldLayoutMkLst>
        </pc:sldLayoutChg>
        <pc:sldLayoutChg chg="add">
          <pc:chgData name="Updegraff, Addison" userId="S::addison.updegraff@bsu.edu::d1b1dd71-0aba-4586-8747-2918023fdd07" providerId="AD" clId="Web-{AD5729F3-EE28-EAFC-F6C7-C29C8E9D2BB3}" dt="2025-11-05T15:43:39.586" v="124"/>
          <pc:sldLayoutMkLst>
            <pc:docMk/>
            <pc:sldMasterMk cId="3912894459" sldId="2147483695"/>
            <pc:sldLayoutMk cId="1343666726" sldId="2147483688"/>
          </pc:sldLayoutMkLst>
        </pc:sldLayoutChg>
        <pc:sldLayoutChg chg="add">
          <pc:chgData name="Updegraff, Addison" userId="S::addison.updegraff@bsu.edu::d1b1dd71-0aba-4586-8747-2918023fdd07" providerId="AD" clId="Web-{AD5729F3-EE28-EAFC-F6C7-C29C8E9D2BB3}" dt="2025-11-05T15:43:39.586" v="124"/>
          <pc:sldLayoutMkLst>
            <pc:docMk/>
            <pc:sldMasterMk cId="3912894459" sldId="2147483695"/>
            <pc:sldLayoutMk cId="341236235" sldId="2147483689"/>
          </pc:sldLayoutMkLst>
        </pc:sldLayoutChg>
        <pc:sldLayoutChg chg="add">
          <pc:chgData name="Updegraff, Addison" userId="S::addison.updegraff@bsu.edu::d1b1dd71-0aba-4586-8747-2918023fdd07" providerId="AD" clId="Web-{AD5729F3-EE28-EAFC-F6C7-C29C8E9D2BB3}" dt="2025-11-05T15:43:39.586" v="124"/>
          <pc:sldLayoutMkLst>
            <pc:docMk/>
            <pc:sldMasterMk cId="3912894459" sldId="2147483695"/>
            <pc:sldLayoutMk cId="3124452685" sldId="2147483690"/>
          </pc:sldLayoutMkLst>
        </pc:sldLayoutChg>
        <pc:sldLayoutChg chg="add">
          <pc:chgData name="Updegraff, Addison" userId="S::addison.updegraff@bsu.edu::d1b1dd71-0aba-4586-8747-2918023fdd07" providerId="AD" clId="Web-{AD5729F3-EE28-EAFC-F6C7-C29C8E9D2BB3}" dt="2025-11-05T15:43:39.586" v="124"/>
          <pc:sldLayoutMkLst>
            <pc:docMk/>
            <pc:sldMasterMk cId="3912894459" sldId="2147483695"/>
            <pc:sldLayoutMk cId="2416766542" sldId="2147483691"/>
          </pc:sldLayoutMkLst>
        </pc:sldLayoutChg>
        <pc:sldLayoutChg chg="add">
          <pc:chgData name="Updegraff, Addison" userId="S::addison.updegraff@bsu.edu::d1b1dd71-0aba-4586-8747-2918023fdd07" providerId="AD" clId="Web-{AD5729F3-EE28-EAFC-F6C7-C29C8E9D2BB3}" dt="2025-11-05T15:43:39.586" v="124"/>
          <pc:sldLayoutMkLst>
            <pc:docMk/>
            <pc:sldMasterMk cId="3912894459" sldId="2147483695"/>
            <pc:sldLayoutMk cId="2862479974" sldId="2147483692"/>
          </pc:sldLayoutMkLst>
        </pc:sldLayoutChg>
        <pc:sldLayoutChg chg="add">
          <pc:chgData name="Updegraff, Addison" userId="S::addison.updegraff@bsu.edu::d1b1dd71-0aba-4586-8747-2918023fdd07" providerId="AD" clId="Web-{AD5729F3-EE28-EAFC-F6C7-C29C8E9D2BB3}" dt="2025-11-05T15:43:39.586" v="124"/>
          <pc:sldLayoutMkLst>
            <pc:docMk/>
            <pc:sldMasterMk cId="3912894459" sldId="2147483695"/>
            <pc:sldLayoutMk cId="3524414486" sldId="2147483693"/>
          </pc:sldLayoutMkLst>
        </pc:sldLayoutChg>
        <pc:sldLayoutChg chg="add">
          <pc:chgData name="Updegraff, Addison" userId="S::addison.updegraff@bsu.edu::d1b1dd71-0aba-4586-8747-2918023fdd07" providerId="AD" clId="Web-{AD5729F3-EE28-EAFC-F6C7-C29C8E9D2BB3}" dt="2025-11-05T15:43:39.586" v="124"/>
          <pc:sldLayoutMkLst>
            <pc:docMk/>
            <pc:sldMasterMk cId="3912894459" sldId="2147483695"/>
            <pc:sldLayoutMk cId="3732233193" sldId="2147483694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452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766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479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414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233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666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788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517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056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276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36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2894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88" r:id="rId6"/>
    <p:sldLayoutId id="2147483684" r:id="rId7"/>
    <p:sldLayoutId id="2147483685" r:id="rId8"/>
    <p:sldLayoutId id="2147483686" r:id="rId9"/>
    <p:sldLayoutId id="2147483687" r:id="rId10"/>
    <p:sldLayoutId id="214748368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D8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0992" y="719453"/>
            <a:ext cx="3676397" cy="3070737"/>
          </a:xfrm>
        </p:spPr>
        <p:txBody>
          <a:bodyPr anchor="b">
            <a:normAutofit/>
          </a:bodyPr>
          <a:lstStyle/>
          <a:p>
            <a:r>
              <a:rPr lang="en-US" sz="5200" dirty="0">
                <a:solidFill>
                  <a:srgbClr val="C00000"/>
                </a:solidFill>
                <a:latin typeface="Sitka Text"/>
                <a:ea typeface="Calibri"/>
                <a:cs typeface="Calibri"/>
              </a:rPr>
              <a:t>Cardinal Book Store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70994" y="4514097"/>
            <a:ext cx="3076126" cy="161999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>
                <a:latin typeface="Sitka Text"/>
              </a:rPr>
              <a:t>Here's how our bookstore runs – from browsing books to managing inventory</a:t>
            </a:r>
          </a:p>
        </p:txBody>
      </p:sp>
      <p:pic>
        <p:nvPicPr>
          <p:cNvPr id="4" name="Graphic 3" descr="Open book outline">
            <a:extLst>
              <a:ext uri="{FF2B5EF4-FFF2-40B4-BE49-F238E27FC236}">
                <a16:creationId xmlns:a16="http://schemas.microsoft.com/office/drawing/2014/main" id="{20F4D95B-55C5-B524-A905-BD6B98900F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6499" y="719453"/>
            <a:ext cx="5528361" cy="5528361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75769" y="4053540"/>
            <a:ext cx="9144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D8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CAD254-2E07-8258-1E8E-BF093E8FA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886" y="2109493"/>
            <a:ext cx="4555130" cy="1441776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3500" dirty="0">
                <a:solidFill>
                  <a:srgbClr val="C00000"/>
                </a:solidFill>
                <a:latin typeface="Sitka Text"/>
              </a:rPr>
              <a:t>Site </a:t>
            </a:r>
            <a:r>
              <a:rPr lang="en-US" sz="3500" err="1">
                <a:solidFill>
                  <a:srgbClr val="C00000"/>
                </a:solidFill>
                <a:latin typeface="Sitka Text"/>
              </a:rPr>
              <a:t>FLow</a:t>
            </a:r>
            <a:r>
              <a:rPr lang="en-US" sz="3500" dirty="0">
                <a:solidFill>
                  <a:srgbClr val="C00000"/>
                </a:solidFill>
                <a:latin typeface="Sitka Text"/>
              </a:rPr>
              <a:t>/Navigation Map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8F0A063-5253-8DF5-3B7B-12FE09670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50816" y="3764346"/>
            <a:ext cx="402336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F06C373-701E-5F93-E98D-4C3AA76C9A44}"/>
              </a:ext>
            </a:extLst>
          </p:cNvPr>
          <p:cNvSpPr/>
          <p:nvPr/>
        </p:nvSpPr>
        <p:spPr>
          <a:xfrm>
            <a:off x="6092143" y="1187369"/>
            <a:ext cx="4492904" cy="769716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solidFill>
                  <a:srgbClr val="C00000"/>
                </a:solidFill>
              </a:rPr>
              <a:t>Home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F545DF9D-5C82-0942-2799-B81B14B5B2D0}"/>
              </a:ext>
            </a:extLst>
          </p:cNvPr>
          <p:cNvSpPr/>
          <p:nvPr/>
        </p:nvSpPr>
        <p:spPr>
          <a:xfrm>
            <a:off x="6855015" y="2301377"/>
            <a:ext cx="243493" cy="640813"/>
          </a:xfrm>
          <a:prstGeom prst="downArrow">
            <a:avLst/>
          </a:prstGeom>
          <a:solidFill>
            <a:schemeClr val="tx1">
              <a:lumMod val="95000"/>
              <a:lumOff val="5000"/>
            </a:scheme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A1351CBA-1A74-213D-2D63-530C6C59016E}"/>
              </a:ext>
            </a:extLst>
          </p:cNvPr>
          <p:cNvSpPr/>
          <p:nvPr/>
        </p:nvSpPr>
        <p:spPr>
          <a:xfrm>
            <a:off x="8311496" y="2301376"/>
            <a:ext cx="243493" cy="640813"/>
          </a:xfrm>
          <a:prstGeom prst="downArrow">
            <a:avLst/>
          </a:prstGeom>
          <a:solidFill>
            <a:schemeClr val="tx1">
              <a:lumMod val="95000"/>
              <a:lumOff val="5000"/>
            </a:scheme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2D72750B-FC4B-4524-48A5-76C8D35E41D4}"/>
              </a:ext>
            </a:extLst>
          </p:cNvPr>
          <p:cNvSpPr/>
          <p:nvPr/>
        </p:nvSpPr>
        <p:spPr>
          <a:xfrm>
            <a:off x="9758330" y="2301375"/>
            <a:ext cx="243493" cy="640813"/>
          </a:xfrm>
          <a:prstGeom prst="downArrow">
            <a:avLst/>
          </a:prstGeom>
          <a:solidFill>
            <a:schemeClr val="tx1">
              <a:lumMod val="95000"/>
              <a:lumOff val="5000"/>
            </a:scheme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D7DA053-C329-12F3-4970-BE18230906C0}"/>
              </a:ext>
            </a:extLst>
          </p:cNvPr>
          <p:cNvSpPr/>
          <p:nvPr/>
        </p:nvSpPr>
        <p:spPr>
          <a:xfrm>
            <a:off x="5831711" y="3376914"/>
            <a:ext cx="1647463" cy="586449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Customer Experience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E156048-4814-365C-52E7-2887479A840A}"/>
              </a:ext>
            </a:extLst>
          </p:cNvPr>
          <p:cNvSpPr/>
          <p:nvPr/>
        </p:nvSpPr>
        <p:spPr>
          <a:xfrm>
            <a:off x="7702951" y="3376912"/>
            <a:ext cx="1464197" cy="576804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Systems Flow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2C4545D-2B14-1CB5-6DCD-1D2C14864334}"/>
              </a:ext>
            </a:extLst>
          </p:cNvPr>
          <p:cNvSpPr/>
          <p:nvPr/>
        </p:nvSpPr>
        <p:spPr>
          <a:xfrm>
            <a:off x="9304116" y="3367268"/>
            <a:ext cx="1647463" cy="586449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Management Insights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48EC752A-4913-0242-5857-F728FF1FECB7}"/>
              </a:ext>
            </a:extLst>
          </p:cNvPr>
          <p:cNvSpPr/>
          <p:nvPr/>
        </p:nvSpPr>
        <p:spPr>
          <a:xfrm>
            <a:off x="8215040" y="4269073"/>
            <a:ext cx="243493" cy="640813"/>
          </a:xfrm>
          <a:prstGeom prst="downArrow">
            <a:avLst/>
          </a:prstGeom>
          <a:solidFill>
            <a:schemeClr val="tx1">
              <a:lumMod val="95000"/>
              <a:lumOff val="5000"/>
            </a:scheme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5D85D10-40EE-E8E3-9550-092E268A83F1}"/>
              </a:ext>
            </a:extLst>
          </p:cNvPr>
          <p:cNvSpPr/>
          <p:nvPr/>
        </p:nvSpPr>
        <p:spPr>
          <a:xfrm>
            <a:off x="6979534" y="5142053"/>
            <a:ext cx="2911032" cy="605740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Contact Us</a:t>
            </a:r>
          </a:p>
        </p:txBody>
      </p:sp>
    </p:spTree>
    <p:extLst>
      <p:ext uri="{BB962C8B-B14F-4D97-AF65-F5344CB8AC3E}">
        <p14:creationId xmlns:p14="http://schemas.microsoft.com/office/powerpoint/2010/main" val="4087825951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ChronicleVTI</vt:lpstr>
      <vt:lpstr>Cardinal Book Store</vt:lpstr>
      <vt:lpstr>Site FLow/Navigation Map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111</cp:revision>
  <dcterms:created xsi:type="dcterms:W3CDTF">2025-11-05T15:36:04Z</dcterms:created>
  <dcterms:modified xsi:type="dcterms:W3CDTF">2025-11-07T15:45:26Z</dcterms:modified>
</cp:coreProperties>
</file>